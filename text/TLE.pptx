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57" r:id="rId4"/>
    <p:sldId id="258"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66" autoAdjust="0"/>
    <p:restoredTop sz="94660"/>
  </p:normalViewPr>
  <p:slideViewPr>
    <p:cSldViewPr snapToGrid="0">
      <p:cViewPr varScale="1">
        <p:scale>
          <a:sx n="78" d="100"/>
          <a:sy n="78" d="100"/>
        </p:scale>
        <p:origin x="965"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A097990C-5F59-41DC-8DB3-E67899C13DE9}" type="datetimeFigureOut">
              <a:rPr lang="en-PH" smtClean="0"/>
              <a:t>14/10/2025</a:t>
            </a:fld>
            <a:endParaRPr lang="en-PH"/>
          </a:p>
        </p:txBody>
      </p:sp>
      <p:sp>
        <p:nvSpPr>
          <p:cNvPr id="5" name="Footer Placeholder 4"/>
          <p:cNvSpPr>
            <a:spLocks noGrp="1"/>
          </p:cNvSpPr>
          <p:nvPr>
            <p:ph type="ftr" sz="quarter" idx="11"/>
          </p:nvPr>
        </p:nvSpPr>
        <p:spPr>
          <a:xfrm>
            <a:off x="2692397" y="5037663"/>
            <a:ext cx="5214635" cy="279400"/>
          </a:xfrm>
        </p:spPr>
        <p:txBody>
          <a:bodyPr/>
          <a:lstStyle/>
          <a:p>
            <a:endParaRPr lang="en-PH"/>
          </a:p>
        </p:txBody>
      </p:sp>
      <p:sp>
        <p:nvSpPr>
          <p:cNvPr id="6" name="Slide Number Placeholder 5"/>
          <p:cNvSpPr>
            <a:spLocks noGrp="1"/>
          </p:cNvSpPr>
          <p:nvPr>
            <p:ph type="sldNum" sz="quarter" idx="12"/>
          </p:nvPr>
        </p:nvSpPr>
        <p:spPr>
          <a:xfrm>
            <a:off x="8956900" y="5037663"/>
            <a:ext cx="551167" cy="279400"/>
          </a:xfrm>
        </p:spPr>
        <p:txBody>
          <a:bodyPr/>
          <a:lstStyle/>
          <a:p>
            <a:fld id="{9A2D26EB-4D67-4FD5-937D-487757A67B8E}" type="slidenum">
              <a:rPr lang="en-PH" smtClean="0"/>
              <a:t>‹#›</a:t>
            </a:fld>
            <a:endParaRPr lang="en-PH"/>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925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97990C-5F59-41DC-8DB3-E67899C13DE9}" type="datetimeFigureOut">
              <a:rPr lang="en-PH" smtClean="0"/>
              <a:t>14/10/2025</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9A2D26EB-4D67-4FD5-937D-487757A67B8E}" type="slidenum">
              <a:rPr lang="en-PH" smtClean="0"/>
              <a:t>‹#›</a:t>
            </a:fld>
            <a:endParaRPr lang="en-PH"/>
          </a:p>
        </p:txBody>
      </p:sp>
    </p:spTree>
    <p:extLst>
      <p:ext uri="{BB962C8B-B14F-4D97-AF65-F5344CB8AC3E}">
        <p14:creationId xmlns:p14="http://schemas.microsoft.com/office/powerpoint/2010/main" val="2651580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97990C-5F59-41DC-8DB3-E67899C13DE9}" type="datetimeFigureOut">
              <a:rPr lang="en-PH" smtClean="0"/>
              <a:t>14/10/2025</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9A2D26EB-4D67-4FD5-937D-487757A67B8E}" type="slidenum">
              <a:rPr lang="en-PH" smtClean="0"/>
              <a:t>‹#›</a:t>
            </a:fld>
            <a:endParaRPr lang="en-PH"/>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0394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097990C-5F59-41DC-8DB3-E67899C13DE9}" type="datetimeFigureOut">
              <a:rPr lang="en-PH" smtClean="0"/>
              <a:t>14/10/2025</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9A2D26EB-4D67-4FD5-937D-487757A67B8E}" type="slidenum">
              <a:rPr lang="en-PH" smtClean="0"/>
              <a:t>‹#›</a:t>
            </a:fld>
            <a:endParaRPr lang="en-PH"/>
          </a:p>
        </p:txBody>
      </p:sp>
    </p:spTree>
    <p:extLst>
      <p:ext uri="{BB962C8B-B14F-4D97-AF65-F5344CB8AC3E}">
        <p14:creationId xmlns:p14="http://schemas.microsoft.com/office/powerpoint/2010/main" val="60168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097990C-5F59-41DC-8DB3-E67899C13DE9}" type="datetimeFigureOut">
              <a:rPr lang="en-PH" smtClean="0"/>
              <a:t>14/10/2025</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9A2D26EB-4D67-4FD5-937D-487757A67B8E}" type="slidenum">
              <a:rPr lang="en-PH" smtClean="0"/>
              <a:t>‹#›</a:t>
            </a:fld>
            <a:endParaRPr lang="en-PH"/>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24047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097990C-5F59-41DC-8DB3-E67899C13DE9}" type="datetimeFigureOut">
              <a:rPr lang="en-PH" smtClean="0"/>
              <a:t>14/10/2025</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9A2D26EB-4D67-4FD5-937D-487757A67B8E}" type="slidenum">
              <a:rPr lang="en-PH" smtClean="0"/>
              <a:t>‹#›</a:t>
            </a:fld>
            <a:endParaRPr lang="en-PH"/>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626898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97990C-5F59-41DC-8DB3-E67899C13DE9}" type="datetimeFigureOut">
              <a:rPr lang="en-PH" smtClean="0"/>
              <a:t>14/10/2025</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9A2D26EB-4D67-4FD5-937D-487757A67B8E}" type="slidenum">
              <a:rPr lang="en-PH" smtClean="0"/>
              <a:t>‹#›</a:t>
            </a:fld>
            <a:endParaRPr lang="en-PH"/>
          </a:p>
        </p:txBody>
      </p:sp>
    </p:spTree>
    <p:extLst>
      <p:ext uri="{BB962C8B-B14F-4D97-AF65-F5344CB8AC3E}">
        <p14:creationId xmlns:p14="http://schemas.microsoft.com/office/powerpoint/2010/main" val="534917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97990C-5F59-41DC-8DB3-E67899C13DE9}" type="datetimeFigureOut">
              <a:rPr lang="en-PH" smtClean="0"/>
              <a:t>14/10/2025</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9A2D26EB-4D67-4FD5-937D-487757A67B8E}" type="slidenum">
              <a:rPr lang="en-PH" smtClean="0"/>
              <a:t>‹#›</a:t>
            </a:fld>
            <a:endParaRPr lang="en-PH"/>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36409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97990C-5F59-41DC-8DB3-E67899C13DE9}" type="datetimeFigureOut">
              <a:rPr lang="en-PH" smtClean="0"/>
              <a:t>14/10/2025</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9A2D26EB-4D67-4FD5-937D-487757A67B8E}" type="slidenum">
              <a:rPr lang="en-PH" smtClean="0"/>
              <a:t>‹#›</a:t>
            </a:fld>
            <a:endParaRPr lang="en-PH"/>
          </a:p>
        </p:txBody>
      </p:sp>
    </p:spTree>
    <p:extLst>
      <p:ext uri="{BB962C8B-B14F-4D97-AF65-F5344CB8AC3E}">
        <p14:creationId xmlns:p14="http://schemas.microsoft.com/office/powerpoint/2010/main" val="2194570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97990C-5F59-41DC-8DB3-E67899C13DE9}" type="datetimeFigureOut">
              <a:rPr lang="en-PH" smtClean="0"/>
              <a:t>14/10/2025</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9A2D26EB-4D67-4FD5-937D-487757A67B8E}" type="slidenum">
              <a:rPr lang="en-PH" smtClean="0"/>
              <a:t>‹#›</a:t>
            </a:fld>
            <a:endParaRPr lang="en-PH"/>
          </a:p>
        </p:txBody>
      </p:sp>
    </p:spTree>
    <p:extLst>
      <p:ext uri="{BB962C8B-B14F-4D97-AF65-F5344CB8AC3E}">
        <p14:creationId xmlns:p14="http://schemas.microsoft.com/office/powerpoint/2010/main" val="3876898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97990C-5F59-41DC-8DB3-E67899C13DE9}" type="datetimeFigureOut">
              <a:rPr lang="en-PH" smtClean="0"/>
              <a:t>14/10/2025</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9A2D26EB-4D67-4FD5-937D-487757A67B8E}" type="slidenum">
              <a:rPr lang="en-PH" smtClean="0"/>
              <a:t>‹#›</a:t>
            </a:fld>
            <a:endParaRPr lang="en-PH"/>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383568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97990C-5F59-41DC-8DB3-E67899C13DE9}" type="datetimeFigureOut">
              <a:rPr lang="en-PH" smtClean="0"/>
              <a:t>14/10/2025</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9A2D26EB-4D67-4FD5-937D-487757A67B8E}" type="slidenum">
              <a:rPr lang="en-PH" smtClean="0"/>
              <a:t>‹#›</a:t>
            </a:fld>
            <a:endParaRPr lang="en-PH"/>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769521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97990C-5F59-41DC-8DB3-E67899C13DE9}" type="datetimeFigureOut">
              <a:rPr lang="en-PH" smtClean="0"/>
              <a:t>14/10/2025</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9A2D26EB-4D67-4FD5-937D-487757A67B8E}" type="slidenum">
              <a:rPr lang="en-PH" smtClean="0"/>
              <a:t>‹#›</a:t>
            </a:fld>
            <a:endParaRPr lang="en-PH"/>
          </a:p>
        </p:txBody>
      </p:sp>
    </p:spTree>
    <p:extLst>
      <p:ext uri="{BB962C8B-B14F-4D97-AF65-F5344CB8AC3E}">
        <p14:creationId xmlns:p14="http://schemas.microsoft.com/office/powerpoint/2010/main" val="33337877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97990C-5F59-41DC-8DB3-E67899C13DE9}" type="datetimeFigureOut">
              <a:rPr lang="en-PH" smtClean="0"/>
              <a:t>14/10/2025</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9A2D26EB-4D67-4FD5-937D-487757A67B8E}" type="slidenum">
              <a:rPr lang="en-PH" smtClean="0"/>
              <a:t>‹#›</a:t>
            </a:fld>
            <a:endParaRPr lang="en-PH"/>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69333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97990C-5F59-41DC-8DB3-E67899C13DE9}" type="datetimeFigureOut">
              <a:rPr lang="en-PH" smtClean="0"/>
              <a:t>14/10/2025</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9A2D26EB-4D67-4FD5-937D-487757A67B8E}" type="slidenum">
              <a:rPr lang="en-PH" smtClean="0"/>
              <a:t>‹#›</a:t>
            </a:fld>
            <a:endParaRPr lang="en-PH"/>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382612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97990C-5F59-41DC-8DB3-E67899C13DE9}" type="datetimeFigureOut">
              <a:rPr lang="en-PH" smtClean="0"/>
              <a:t>14/10/2025</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9A2D26EB-4D67-4FD5-937D-487757A67B8E}" type="slidenum">
              <a:rPr lang="en-PH" smtClean="0"/>
              <a:t>‹#›</a:t>
            </a:fld>
            <a:endParaRPr lang="en-PH"/>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855946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097990C-5F59-41DC-8DB3-E67899C13DE9}" type="datetimeFigureOut">
              <a:rPr lang="en-PH" smtClean="0"/>
              <a:t>14/10/2025</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9A2D26EB-4D67-4FD5-937D-487757A67B8E}" type="slidenum">
              <a:rPr lang="en-PH" smtClean="0"/>
              <a:t>‹#›</a:t>
            </a:fld>
            <a:endParaRPr lang="en-PH"/>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88554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097990C-5F59-41DC-8DB3-E67899C13DE9}" type="datetimeFigureOut">
              <a:rPr lang="en-PH" smtClean="0"/>
              <a:t>14/10/2025</a:t>
            </a:fld>
            <a:endParaRPr lang="en-PH"/>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PH"/>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A2D26EB-4D67-4FD5-937D-487757A67B8E}" type="slidenum">
              <a:rPr lang="en-PH" smtClean="0"/>
              <a:t>‹#›</a:t>
            </a:fld>
            <a:endParaRPr lang="en-PH"/>
          </a:p>
        </p:txBody>
      </p:sp>
    </p:spTree>
    <p:extLst>
      <p:ext uri="{BB962C8B-B14F-4D97-AF65-F5344CB8AC3E}">
        <p14:creationId xmlns:p14="http://schemas.microsoft.com/office/powerpoint/2010/main" val="25150454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www.bing.com/ck/a?!&amp;&amp;p=51a48ce22644ea204191c97a6925c67482f55e8f0ff9bf706e3df5e8d21080dcJmltdHM9MTc2MDQwMDAwMA&amp;ptn=3&amp;ver=2&amp;hsh=4&amp;fclid=3b48a9cd-4cb2-621f-01e7-bc514da66337&amp;u=a1aHR0cHM6Ly9lemdhcmRlbnRpcHMuY29tL3doYXQtdXNlLWRvZXMtYS1oYW5kLXRyb3dlbC1zZXJ2ZS1pbi1hZ3JpY3VsdHVyZS5odG1s&amp;ntb=1"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7DDBE-551C-097D-0505-0F6DB5AABD7D}"/>
              </a:ext>
            </a:extLst>
          </p:cNvPr>
          <p:cNvSpPr>
            <a:spLocks noGrp="1"/>
          </p:cNvSpPr>
          <p:nvPr>
            <p:ph type="ctrTitle"/>
          </p:nvPr>
        </p:nvSpPr>
        <p:spPr>
          <a:xfrm>
            <a:off x="2431783" y="2681748"/>
            <a:ext cx="7863803" cy="1061884"/>
          </a:xfrm>
          <a:solidFill>
            <a:schemeClr val="accent3">
              <a:lumMod val="40000"/>
              <a:lumOff val="60000"/>
            </a:schemeClr>
          </a:solidFill>
          <a:ln>
            <a:solidFill>
              <a:schemeClr val="accent2">
                <a:lumMod val="50000"/>
              </a:schemeClr>
            </a:solidFill>
          </a:ln>
          <a:effectLst>
            <a:outerShdw blurRad="50800" dist="38100" algn="l" rotWithShape="0">
              <a:prstClr val="black">
                <a:alpha val="40000"/>
              </a:prstClr>
            </a:outerShdw>
          </a:effectLst>
        </p:spPr>
        <p:txBody>
          <a:bodyPr>
            <a:normAutofit fontScale="90000"/>
          </a:bodyPr>
          <a:lstStyle/>
          <a:p>
            <a:pPr marL="857250" indent="-857250" algn="l">
              <a:lnSpc>
                <a:spcPct val="300000"/>
              </a:lnSpc>
              <a:buFont typeface="Wingdings" panose="05000000000000000000" pitchFamily="2" charset="2"/>
              <a:buChar char="Ø"/>
            </a:pPr>
            <a:r>
              <a:rPr lang="en-US" b="1" i="1" u="sng" spc="-300" dirty="0"/>
              <a:t>5 Tool’s That I’m Interest In </a:t>
            </a:r>
            <a:endParaRPr lang="en-PH" b="1" i="1" u="sng" spc="-300" dirty="0"/>
          </a:p>
        </p:txBody>
      </p:sp>
      <p:sp>
        <p:nvSpPr>
          <p:cNvPr id="3" name="Subtitle 2">
            <a:extLst>
              <a:ext uri="{FF2B5EF4-FFF2-40B4-BE49-F238E27FC236}">
                <a16:creationId xmlns:a16="http://schemas.microsoft.com/office/drawing/2014/main" id="{36CA6141-5CA7-9CF7-3AE3-63E5B2FF617C}"/>
              </a:ext>
            </a:extLst>
          </p:cNvPr>
          <p:cNvSpPr>
            <a:spLocks noGrp="1"/>
          </p:cNvSpPr>
          <p:nvPr>
            <p:ph type="subTitle" idx="1"/>
          </p:nvPr>
        </p:nvSpPr>
        <p:spPr>
          <a:xfrm>
            <a:off x="1524000" y="4447612"/>
            <a:ext cx="9144000" cy="1655762"/>
          </a:xfrm>
        </p:spPr>
        <p:txBody>
          <a:bodyPr>
            <a:normAutofit/>
          </a:bodyPr>
          <a:lstStyle/>
          <a:p>
            <a:r>
              <a:rPr lang="en-US" sz="6600" b="1" i="1" u="sng" dirty="0">
                <a:solidFill>
                  <a:schemeClr val="accent1">
                    <a:lumMod val="75000"/>
                  </a:schemeClr>
                </a:solidFill>
                <a:highlight>
                  <a:srgbClr val="000000"/>
                </a:highlight>
              </a:rPr>
              <a:t> 5 </a:t>
            </a:r>
            <a:r>
              <a:rPr lang="en-US" sz="6600" b="1" i="1" u="sng" dirty="0" err="1">
                <a:solidFill>
                  <a:schemeClr val="accent1">
                    <a:lumMod val="75000"/>
                  </a:schemeClr>
                </a:solidFill>
                <a:highlight>
                  <a:srgbClr val="000000"/>
                </a:highlight>
              </a:rPr>
              <a:t>farmimg</a:t>
            </a:r>
            <a:r>
              <a:rPr lang="en-US" sz="6600" b="1" i="1" u="sng" dirty="0">
                <a:solidFill>
                  <a:schemeClr val="accent1">
                    <a:lumMod val="75000"/>
                  </a:schemeClr>
                </a:solidFill>
                <a:highlight>
                  <a:srgbClr val="000000"/>
                </a:highlight>
              </a:rPr>
              <a:t> tool’s </a:t>
            </a:r>
            <a:endParaRPr lang="en-PH" sz="6600" b="1" i="1" u="sng" dirty="0">
              <a:solidFill>
                <a:schemeClr val="accent1">
                  <a:lumMod val="75000"/>
                </a:schemeClr>
              </a:solidFill>
              <a:highlight>
                <a:srgbClr val="000000"/>
              </a:highlight>
            </a:endParaRPr>
          </a:p>
        </p:txBody>
      </p:sp>
    </p:spTree>
    <p:extLst>
      <p:ext uri="{BB962C8B-B14F-4D97-AF65-F5344CB8AC3E}">
        <p14:creationId xmlns:p14="http://schemas.microsoft.com/office/powerpoint/2010/main" val="82884884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grpId="0" nodeType="clickEffect">
                                  <p:stCondLst>
                                    <p:cond delay="0"/>
                                  </p:stCondLst>
                                  <p:childTnLst>
                                    <p:animEffect transition="out" filter="randombar(horizontal)">
                                      <p:cBhvr>
                                        <p:cTn id="6" dur="500"/>
                                        <p:tgtEl>
                                          <p:spTgt spid="3">
                                            <p:txEl>
                                              <p:pRg st="0" end="0"/>
                                            </p:txEl>
                                          </p:spTgt>
                                        </p:tgtEl>
                                      </p:cBhvr>
                                    </p:animEffect>
                                    <p:set>
                                      <p:cBhvr>
                                        <p:cTn id="7" dur="1" fill="hold">
                                          <p:stCondLst>
                                            <p:cond delay="499"/>
                                          </p:stCondLst>
                                        </p:cTn>
                                        <p:tgtEl>
                                          <p:spTgt spid="3">
                                            <p:txEl>
                                              <p:pRg st="0" end="0"/>
                                            </p:txEl>
                                          </p:spTgt>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0" presetClass="path" presetSubtype="0" accel="50000" decel="50000" fill="hold" grpId="0" nodeType="clickEffect">
                                  <p:stCondLst>
                                    <p:cond delay="0"/>
                                  </p:stCondLst>
                                  <p:childTnLst>
                                    <p:animMotion origin="layout" path="M -0.08736 -0.07685 L -0.08736 -0.07685 C -0.08567 -0.09121 -0.07955 -0.10625 -0.08242 -0.11991 C -0.09895 -0.19699 -0.11198 -0.2044 -0.14284 -0.24329 C -0.14154 -0.2706 -0.14219 -0.29838 -0.13894 -0.325 C -0.13269 -0.37477 -0.12019 -0.39792 -0.1043 -0.43843 C -0.10287 -0.44607 -0.09986 -0.45324 -0.10027 -0.46135 C -0.10092 -0.47917 -0.10326 -0.49746 -0.10743 -0.51412 C -0.11732 -0.55394 -0.12904 -0.58658 -0.14128 -0.62176 L -0.12839 -0.66482 " pathEditMode="relative" ptsTypes="AAAAAAAAAA">
                                      <p:cBhvr>
                                        <p:cTn id="11" dur="2000" fill="hold"/>
                                        <p:tgtEl>
                                          <p:spTgt spid="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DD792-666F-FD48-386F-B33A4F1B912C}"/>
              </a:ext>
            </a:extLst>
          </p:cNvPr>
          <p:cNvSpPr>
            <a:spLocks noGrp="1"/>
          </p:cNvSpPr>
          <p:nvPr>
            <p:ph type="title"/>
          </p:nvPr>
        </p:nvSpPr>
        <p:spPr>
          <a:xfrm>
            <a:off x="911943" y="1070623"/>
            <a:ext cx="9601196" cy="699184"/>
          </a:xfrm>
        </p:spPr>
        <p:txBody>
          <a:bodyPr>
            <a:normAutofit fontScale="90000"/>
          </a:bodyPr>
          <a:lstStyle/>
          <a:p>
            <a:r>
              <a:rPr lang="en-US" dirty="0"/>
              <a:t>1  TROWEL</a:t>
            </a:r>
            <a:endParaRPr lang="en-PH" dirty="0"/>
          </a:p>
        </p:txBody>
      </p:sp>
      <p:sp>
        <p:nvSpPr>
          <p:cNvPr id="3" name="Content Placeholder 2">
            <a:extLst>
              <a:ext uri="{FF2B5EF4-FFF2-40B4-BE49-F238E27FC236}">
                <a16:creationId xmlns:a16="http://schemas.microsoft.com/office/drawing/2014/main" id="{F6EC956B-1ADA-4BB0-D602-8A642FEC7DDD}"/>
              </a:ext>
            </a:extLst>
          </p:cNvPr>
          <p:cNvSpPr>
            <a:spLocks noGrp="1"/>
          </p:cNvSpPr>
          <p:nvPr>
            <p:ph idx="1"/>
          </p:nvPr>
        </p:nvSpPr>
        <p:spPr>
          <a:xfrm>
            <a:off x="1079091" y="1966997"/>
            <a:ext cx="9601196" cy="3318936"/>
          </a:xfrm>
        </p:spPr>
        <p:txBody>
          <a:bodyPr/>
          <a:lstStyle/>
          <a:p>
            <a:r>
              <a:rPr lang="en-US" dirty="0">
                <a:hlinkClick r:id="rId2"/>
              </a:rPr>
              <a:t>The trowel is a versatile tool in agriculture, used for various tasks such as digging holes for planting, transplanting, weeding, and cultivating soil. It is particularly useful in tight spaces and for handling delicate items like seedlings and bulbs. The trowel's pointed blade allows for precise and controlled movements, making it an essential tool for both novice and experienced farmers.</a:t>
            </a:r>
            <a:endParaRPr lang="en-PH" dirty="0"/>
          </a:p>
        </p:txBody>
      </p:sp>
      <p:pic>
        <p:nvPicPr>
          <p:cNvPr id="4" name="Picture 3">
            <a:extLst>
              <a:ext uri="{FF2B5EF4-FFF2-40B4-BE49-F238E27FC236}">
                <a16:creationId xmlns:a16="http://schemas.microsoft.com/office/drawing/2014/main" id="{4BFEF225-1CD0-BFDA-39EB-FCE18488C148}"/>
              </a:ext>
            </a:extLst>
          </p:cNvPr>
          <p:cNvPicPr>
            <a:picLocks noChangeAspect="1"/>
          </p:cNvPicPr>
          <p:nvPr/>
        </p:nvPicPr>
        <p:blipFill>
          <a:blip r:embed="rId3"/>
          <a:stretch>
            <a:fillRect/>
          </a:stretch>
        </p:blipFill>
        <p:spPr>
          <a:xfrm>
            <a:off x="4729317" y="4418236"/>
            <a:ext cx="7047271" cy="1735394"/>
          </a:xfrm>
          <a:prstGeom prst="rect">
            <a:avLst/>
          </a:prstGeom>
        </p:spPr>
      </p:pic>
    </p:spTree>
    <p:extLst>
      <p:ext uri="{BB962C8B-B14F-4D97-AF65-F5344CB8AC3E}">
        <p14:creationId xmlns:p14="http://schemas.microsoft.com/office/powerpoint/2010/main" val="41880402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xit" presetSubtype="32" fill="hold" grpId="0" nodeType="clickEffect">
                                  <p:stCondLst>
                                    <p:cond delay="0"/>
                                  </p:stCondLst>
                                  <p:childTnLst>
                                    <p:anim calcmode="lin" valueType="num">
                                      <p:cBhvr>
                                        <p:cTn id="6" dur="500"/>
                                        <p:tgtEl>
                                          <p:spTgt spid="2"/>
                                        </p:tgtEl>
                                        <p:attrNameLst>
                                          <p:attrName>ppt_w</p:attrName>
                                        </p:attrNameLst>
                                      </p:cBhvr>
                                      <p:tavLst>
                                        <p:tav tm="0">
                                          <p:val>
                                            <p:strVal val="ppt_w"/>
                                          </p:val>
                                        </p:tav>
                                        <p:tav tm="100000">
                                          <p:val>
                                            <p:fltVal val="0"/>
                                          </p:val>
                                        </p:tav>
                                      </p:tavLst>
                                    </p:anim>
                                    <p:anim calcmode="lin" valueType="num">
                                      <p:cBhvr>
                                        <p:cTn id="7" dur="500"/>
                                        <p:tgtEl>
                                          <p:spTgt spid="2"/>
                                        </p:tgtEl>
                                        <p:attrNameLst>
                                          <p:attrName>ppt_h</p:attrName>
                                        </p:attrNameLst>
                                      </p:cBhvr>
                                      <p:tavLst>
                                        <p:tav tm="0">
                                          <p:val>
                                            <p:strVal val="ppt_h"/>
                                          </p:val>
                                        </p:tav>
                                        <p:tav tm="100000">
                                          <p:val>
                                            <p:fltVal val="0"/>
                                          </p:val>
                                        </p:tav>
                                      </p:tavLst>
                                    </p:anim>
                                    <p:animEffect transition="out" filter="fade">
                                      <p:cBhvr>
                                        <p:cTn id="8" dur="500"/>
                                        <p:tgtEl>
                                          <p:spTgt spid="2"/>
                                        </p:tgtEl>
                                      </p:cBhvr>
                                    </p:animEffect>
                                    <p:set>
                                      <p:cBhvr>
                                        <p:cTn id="9" dur="1" fill="hold">
                                          <p:stCondLst>
                                            <p:cond delay="499"/>
                                          </p:stCondLst>
                                        </p:cTn>
                                        <p:tgtEl>
                                          <p:spTgt spid="2"/>
                                        </p:tgtEl>
                                        <p:attrNameLst>
                                          <p:attrName>style.visibility</p:attrName>
                                        </p:attrNameLst>
                                      </p:cBhvr>
                                      <p:to>
                                        <p:strVal val="hidden"/>
                                      </p:to>
                                    </p:set>
                                  </p:childTnLst>
                                </p:cTn>
                              </p:par>
                            </p:childTnLst>
                          </p:cTn>
                        </p:par>
                      </p:childTnLst>
                    </p:cTn>
                  </p:par>
                  <p:par>
                    <p:cTn id="10" fill="hold">
                      <p:stCondLst>
                        <p:cond delay="indefinite"/>
                      </p:stCondLst>
                      <p:childTnLst>
                        <p:par>
                          <p:cTn id="11" fill="hold">
                            <p:stCondLst>
                              <p:cond delay="0"/>
                            </p:stCondLst>
                            <p:childTnLst>
                              <p:par>
                                <p:cTn id="12" presetID="0" presetClass="path" presetSubtype="0" accel="50000" decel="50000" fill="hold" grpId="0" nodeType="clickEffect">
                                  <p:stCondLst>
                                    <p:cond delay="0"/>
                                  </p:stCondLst>
                                  <p:childTnLst>
                                    <p:animMotion origin="layout" path="M 0 0 L 0 0 C 0.00156 0.00903 0.0043 0.0176 0.00482 0.02709 C 0.00677 0.06551 0.00469 0.0706 0.00156 0.10023 C -0.00091 0.12454 0.00143 0.10972 -0.00247 0.13033 C -0.00299 0.14422 -0.00286 0.1581 -0.00404 0.17199 C -0.00443 0.17709 -0.00612 0.18148 -0.00729 0.18635 C -0.00768 0.1882 -0.00807 0.19051 -0.00885 0.1919 C -0.00924 0.1926 -0.0099 0.1919 -0.01042 0.1919 L 0.05807 0.28241 C 0.07018 0.28611 0.09427 0.29398 0.10638 0.29514 L 0.14596 0.29097 C 0.14883 0.29005 0.15182 0.28866 0.15482 0.28797 C 0.1655 0.28611 0.17643 0.28681 0.18698 0.2838 C 0.18997 0.28287 0.19219 0.27824 0.19505 0.27662 C 0.1987 0.27431 0.2026 0.27361 0.20638 0.27222 C 0.2099 0.26945 0.21354 0.2669 0.21693 0.26366 C 0.21888 0.26158 0.22018 0.25672 0.22253 0.25648 C 0.23138 0.25533 0.24024 0.25834 0.24909 0.25926 C 0.27461 0.26597 0.26732 0.26898 0.29271 0.25648 C 0.29336 0.25625 0.29375 0.25463 0.29427 0.25371 L 0.32813 0.22361 C 0.32995 0.23935 0.32891 0.23334 0.3306 0.24213 L 0.22982 0.35255 L 0.10078 0.40996 L 0.20794 0.5419 " pathEditMode="relative" ptsTypes="AAAAAAAAAAAAAAAAAAAAAAAAAA">
                                      <p:cBhvr>
                                        <p:cTn id="13" dur="2000" fill="hold"/>
                                        <p:tgtEl>
                                          <p:spTgt spid="3">
                                            <p:txEl>
                                              <p:pRg st="0" end="0"/>
                                            </p:txEl>
                                          </p:spTgt>
                                        </p:tgtEl>
                                        <p:attrNameLst>
                                          <p:attrName>ppt_x</p:attrName>
                                          <p:attrName>ppt_y</p:attrName>
                                        </p:attrNameLst>
                                      </p:cBhvr>
                                    </p:animMotion>
                                  </p:childTnLst>
                                </p:cTn>
                              </p:par>
                            </p:childTnLst>
                          </p:cTn>
                        </p:par>
                      </p:childTnLst>
                    </p:cTn>
                  </p:par>
                  <p:par>
                    <p:cTn id="14" fill="hold">
                      <p:stCondLst>
                        <p:cond delay="indefinite"/>
                      </p:stCondLst>
                      <p:childTnLst>
                        <p:par>
                          <p:cTn id="15" fill="hold">
                            <p:stCondLst>
                              <p:cond delay="0"/>
                            </p:stCondLst>
                            <p:childTnLst>
                              <p:par>
                                <p:cTn id="16" presetID="21" presetClass="exit" presetSubtype="1" fill="hold" nodeType="clickEffect">
                                  <p:stCondLst>
                                    <p:cond delay="0"/>
                                  </p:stCondLst>
                                  <p:childTnLst>
                                    <p:animEffect transition="out" filter="wheel(1)">
                                      <p:cBhvr>
                                        <p:cTn id="17" dur="2000"/>
                                        <p:tgtEl>
                                          <p:spTgt spid="4"/>
                                        </p:tgtEl>
                                      </p:cBhvr>
                                    </p:animEffect>
                                    <p:set>
                                      <p:cBhvr>
                                        <p:cTn id="18" dur="1" fill="hold">
                                          <p:stCondLst>
                                            <p:cond delay="19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37DB8-F75D-D3D4-7F22-19361DA5408A}"/>
              </a:ext>
            </a:extLst>
          </p:cNvPr>
          <p:cNvSpPr>
            <a:spLocks noGrp="1"/>
          </p:cNvSpPr>
          <p:nvPr>
            <p:ph type="title"/>
          </p:nvPr>
        </p:nvSpPr>
        <p:spPr>
          <a:xfrm>
            <a:off x="1944177" y="795319"/>
            <a:ext cx="9601196" cy="1303867"/>
          </a:xfrm>
        </p:spPr>
        <p:txBody>
          <a:bodyPr>
            <a:normAutofit/>
          </a:bodyPr>
          <a:lstStyle/>
          <a:p>
            <a:r>
              <a:rPr lang="en-US" sz="5400" dirty="0"/>
              <a:t>2 RAKE</a:t>
            </a:r>
            <a:endParaRPr lang="en-PH" sz="5400" dirty="0"/>
          </a:p>
        </p:txBody>
      </p:sp>
      <p:sp>
        <p:nvSpPr>
          <p:cNvPr id="3" name="Content Placeholder 2">
            <a:extLst>
              <a:ext uri="{FF2B5EF4-FFF2-40B4-BE49-F238E27FC236}">
                <a16:creationId xmlns:a16="http://schemas.microsoft.com/office/drawing/2014/main" id="{F0D15E20-E0AB-4E9D-EDE5-37F613DADCE7}"/>
              </a:ext>
            </a:extLst>
          </p:cNvPr>
          <p:cNvSpPr>
            <a:spLocks noGrp="1"/>
          </p:cNvSpPr>
          <p:nvPr>
            <p:ph idx="1"/>
          </p:nvPr>
        </p:nvSpPr>
        <p:spPr/>
        <p:txBody>
          <a:bodyPr>
            <a:normAutofit/>
          </a:bodyPr>
          <a:lstStyle/>
          <a:p>
            <a:r>
              <a:rPr lang="en-US" sz="2800" b="1" i="1" u="sng" dirty="0"/>
              <a:t>Rakes are essential agricultural tools used for soil preparation, weed management, and gathering debris, contributing significantly to efficient farming practices.</a:t>
            </a:r>
            <a:endParaRPr lang="en-PH" sz="2800" b="1" i="1" u="sng" dirty="0"/>
          </a:p>
        </p:txBody>
      </p:sp>
      <p:pic>
        <p:nvPicPr>
          <p:cNvPr id="4" name="Picture 3">
            <a:extLst>
              <a:ext uri="{FF2B5EF4-FFF2-40B4-BE49-F238E27FC236}">
                <a16:creationId xmlns:a16="http://schemas.microsoft.com/office/drawing/2014/main" id="{41E3423A-3E5C-B715-3C3D-5C8B1FC67095}"/>
              </a:ext>
            </a:extLst>
          </p:cNvPr>
          <p:cNvPicPr>
            <a:picLocks noChangeAspect="1"/>
          </p:cNvPicPr>
          <p:nvPr/>
        </p:nvPicPr>
        <p:blipFill>
          <a:blip r:embed="rId2"/>
          <a:stretch>
            <a:fillRect/>
          </a:stretch>
        </p:blipFill>
        <p:spPr>
          <a:xfrm>
            <a:off x="6744775" y="3993893"/>
            <a:ext cx="3343275" cy="2409825"/>
          </a:xfrm>
          <a:prstGeom prst="rect">
            <a:avLst/>
          </a:prstGeom>
        </p:spPr>
      </p:pic>
    </p:spTree>
    <p:extLst>
      <p:ext uri="{BB962C8B-B14F-4D97-AF65-F5344CB8AC3E}">
        <p14:creationId xmlns:p14="http://schemas.microsoft.com/office/powerpoint/2010/main" val="314492859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heel(1)">
                                      <p:cBhvr>
                                        <p:cTn id="12" dur="2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circle(in)">
                                      <p:cBhvr>
                                        <p:cTn id="1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B53A6-E2A2-5E9E-30E1-CB5002FBD09E}"/>
              </a:ext>
            </a:extLst>
          </p:cNvPr>
          <p:cNvSpPr>
            <a:spLocks noGrp="1"/>
          </p:cNvSpPr>
          <p:nvPr>
            <p:ph type="title"/>
          </p:nvPr>
        </p:nvSpPr>
        <p:spPr/>
        <p:txBody>
          <a:bodyPr/>
          <a:lstStyle/>
          <a:p>
            <a:r>
              <a:rPr lang="en-US" dirty="0"/>
              <a:t>3 HOE </a:t>
            </a:r>
            <a:endParaRPr lang="en-PH" dirty="0"/>
          </a:p>
        </p:txBody>
      </p:sp>
      <p:sp>
        <p:nvSpPr>
          <p:cNvPr id="3" name="Content Placeholder 2">
            <a:extLst>
              <a:ext uri="{FF2B5EF4-FFF2-40B4-BE49-F238E27FC236}">
                <a16:creationId xmlns:a16="http://schemas.microsoft.com/office/drawing/2014/main" id="{315915BF-1062-AAD7-A489-42C4089A1194}"/>
              </a:ext>
            </a:extLst>
          </p:cNvPr>
          <p:cNvSpPr>
            <a:spLocks noGrp="1"/>
          </p:cNvSpPr>
          <p:nvPr>
            <p:ph idx="1"/>
          </p:nvPr>
        </p:nvSpPr>
        <p:spPr/>
        <p:txBody>
          <a:bodyPr/>
          <a:lstStyle/>
          <a:p>
            <a:r>
              <a:rPr lang="en-US" dirty="0"/>
              <a:t>A hoe is a versatile agricultural tool used for shaping soil, removing weeds, and harvesting root crops, with various types designed for specific tasks.</a:t>
            </a:r>
            <a:endParaRPr lang="en-PH" dirty="0"/>
          </a:p>
        </p:txBody>
      </p:sp>
      <p:pic>
        <p:nvPicPr>
          <p:cNvPr id="4" name="Picture 3">
            <a:extLst>
              <a:ext uri="{FF2B5EF4-FFF2-40B4-BE49-F238E27FC236}">
                <a16:creationId xmlns:a16="http://schemas.microsoft.com/office/drawing/2014/main" id="{0CA0AA73-36AF-D20B-0248-A888616383A0}"/>
              </a:ext>
            </a:extLst>
          </p:cNvPr>
          <p:cNvPicPr>
            <a:picLocks noChangeAspect="1"/>
          </p:cNvPicPr>
          <p:nvPr/>
        </p:nvPicPr>
        <p:blipFill>
          <a:blip r:embed="rId2"/>
          <a:stretch>
            <a:fillRect/>
          </a:stretch>
        </p:blipFill>
        <p:spPr>
          <a:xfrm>
            <a:off x="6399571" y="3429000"/>
            <a:ext cx="4170106" cy="2780071"/>
          </a:xfrm>
          <a:prstGeom prst="rect">
            <a:avLst/>
          </a:prstGeom>
        </p:spPr>
      </p:pic>
    </p:spTree>
    <p:extLst>
      <p:ext uri="{BB962C8B-B14F-4D97-AF65-F5344CB8AC3E}">
        <p14:creationId xmlns:p14="http://schemas.microsoft.com/office/powerpoint/2010/main" val="333875298"/>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42" presetClass="exit" presetSubtype="0" fill="hold" grpId="0" nodeType="clickEffect">
                                  <p:stCondLst>
                                    <p:cond delay="0"/>
                                  </p:stCondLst>
                                  <p:childTnLst>
                                    <p:animEffect transition="out" filter="fade">
                                      <p:cBhvr>
                                        <p:cTn id="10" dur="1000"/>
                                        <p:tgtEl>
                                          <p:spTgt spid="2"/>
                                        </p:tgtEl>
                                      </p:cBhvr>
                                    </p:animEffect>
                                    <p:anim calcmode="lin" valueType="num">
                                      <p:cBhvr>
                                        <p:cTn id="11" dur="1000"/>
                                        <p:tgtEl>
                                          <p:spTgt spid="2"/>
                                        </p:tgtEl>
                                        <p:attrNameLst>
                                          <p:attrName>ppt_x</p:attrName>
                                        </p:attrNameLst>
                                      </p:cBhvr>
                                      <p:tavLst>
                                        <p:tav tm="0">
                                          <p:val>
                                            <p:strVal val="ppt_x"/>
                                          </p:val>
                                        </p:tav>
                                        <p:tav tm="100000">
                                          <p:val>
                                            <p:strVal val="ppt_x"/>
                                          </p:val>
                                        </p:tav>
                                      </p:tavLst>
                                    </p:anim>
                                    <p:anim calcmode="lin" valueType="num">
                                      <p:cBhvr>
                                        <p:cTn id="12" dur="1000"/>
                                        <p:tgtEl>
                                          <p:spTgt spid="2"/>
                                        </p:tgtEl>
                                        <p:attrNameLst>
                                          <p:attrName>ppt_y</p:attrName>
                                        </p:attrNameLst>
                                      </p:cBhvr>
                                      <p:tavLst>
                                        <p:tav tm="0">
                                          <p:val>
                                            <p:strVal val="ppt_y"/>
                                          </p:val>
                                        </p:tav>
                                        <p:tav tm="100000">
                                          <p:val>
                                            <p:strVal val="ppt_y+.1"/>
                                          </p:val>
                                        </p:tav>
                                      </p:tavLst>
                                    </p:anim>
                                    <p:set>
                                      <p:cBhvr>
                                        <p:cTn id="13" dur="1" fill="hold">
                                          <p:stCondLst>
                                            <p:cond delay="999"/>
                                          </p:stCondLst>
                                        </p:cTn>
                                        <p:tgtEl>
                                          <p:spTgt spid="2"/>
                                        </p:tgtEl>
                                        <p:attrNameLst>
                                          <p:attrName>style.visibility</p:attrName>
                                        </p:attrNameLst>
                                      </p:cBhvr>
                                      <p:to>
                                        <p:strVal val="hidden"/>
                                      </p:to>
                                    </p:set>
                                  </p:childTnLst>
                                </p:cTn>
                              </p:par>
                            </p:childTnLst>
                          </p:cTn>
                        </p:par>
                      </p:childTnLst>
                    </p:cTn>
                  </p:par>
                  <p:par>
                    <p:cTn id="14" fill="hold">
                      <p:stCondLst>
                        <p:cond delay="indefinite"/>
                      </p:stCondLst>
                      <p:childTnLst>
                        <p:par>
                          <p:cTn id="15" fill="hold">
                            <p:stCondLst>
                              <p:cond delay="0"/>
                            </p:stCondLst>
                            <p:childTnLst>
                              <p:par>
                                <p:cTn id="16" presetID="14" presetClass="exit" presetSubtype="10" fill="hold" nodeType="clickEffect">
                                  <p:stCondLst>
                                    <p:cond delay="0"/>
                                  </p:stCondLst>
                                  <p:childTnLst>
                                    <p:animEffect transition="out" filter="randombar(horizontal)">
                                      <p:cBhvr>
                                        <p:cTn id="17" dur="500"/>
                                        <p:tgtEl>
                                          <p:spTgt spid="4"/>
                                        </p:tgtEl>
                                      </p:cBhvr>
                                    </p:animEffect>
                                    <p:set>
                                      <p:cBhvr>
                                        <p:cTn id="18"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2554C-E669-DFF2-3F83-D05696213E7F}"/>
              </a:ext>
            </a:extLst>
          </p:cNvPr>
          <p:cNvSpPr>
            <a:spLocks noGrp="1"/>
          </p:cNvSpPr>
          <p:nvPr>
            <p:ph type="title"/>
          </p:nvPr>
        </p:nvSpPr>
        <p:spPr/>
        <p:txBody>
          <a:bodyPr/>
          <a:lstStyle/>
          <a:p>
            <a:r>
              <a:rPr lang="en-US" dirty="0"/>
              <a:t>4 GARDEN FORK</a:t>
            </a:r>
            <a:endParaRPr lang="en-PH" dirty="0"/>
          </a:p>
        </p:txBody>
      </p:sp>
      <p:sp>
        <p:nvSpPr>
          <p:cNvPr id="3" name="Content Placeholder 2">
            <a:extLst>
              <a:ext uri="{FF2B5EF4-FFF2-40B4-BE49-F238E27FC236}">
                <a16:creationId xmlns:a16="http://schemas.microsoft.com/office/drawing/2014/main" id="{E45AB1CB-3B6A-27C3-22DC-721C9ABB04EB}"/>
              </a:ext>
            </a:extLst>
          </p:cNvPr>
          <p:cNvSpPr>
            <a:spLocks noGrp="1"/>
          </p:cNvSpPr>
          <p:nvPr>
            <p:ph idx="1"/>
          </p:nvPr>
        </p:nvSpPr>
        <p:spPr/>
        <p:txBody>
          <a:bodyPr/>
          <a:lstStyle/>
          <a:p>
            <a:r>
              <a:rPr lang="en-US" dirty="0"/>
              <a:t>Loosening and turning over soil: Garden forks are designed with sturdy tines to penetrate the ground effectively, making them ideal for aerating soil and preparing it for planting</a:t>
            </a:r>
            <a:endParaRPr lang="en-PH" dirty="0"/>
          </a:p>
        </p:txBody>
      </p:sp>
      <p:pic>
        <p:nvPicPr>
          <p:cNvPr id="4" name="Picture 3">
            <a:extLst>
              <a:ext uri="{FF2B5EF4-FFF2-40B4-BE49-F238E27FC236}">
                <a16:creationId xmlns:a16="http://schemas.microsoft.com/office/drawing/2014/main" id="{F3F3AD99-7CF7-90A5-868C-A4A2ED33DDB9}"/>
              </a:ext>
            </a:extLst>
          </p:cNvPr>
          <p:cNvPicPr>
            <a:picLocks noChangeAspect="1"/>
          </p:cNvPicPr>
          <p:nvPr/>
        </p:nvPicPr>
        <p:blipFill>
          <a:blip r:embed="rId2"/>
          <a:stretch>
            <a:fillRect/>
          </a:stretch>
        </p:blipFill>
        <p:spPr>
          <a:xfrm>
            <a:off x="5310801" y="3672348"/>
            <a:ext cx="3438525" cy="2286000"/>
          </a:xfrm>
          <a:prstGeom prst="rect">
            <a:avLst/>
          </a:prstGeom>
        </p:spPr>
      </p:pic>
    </p:spTree>
    <p:extLst>
      <p:ext uri="{BB962C8B-B14F-4D97-AF65-F5344CB8AC3E}">
        <p14:creationId xmlns:p14="http://schemas.microsoft.com/office/powerpoint/2010/main" val="4233295631"/>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wipe(down)">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E8EAF-18D3-5360-0C3F-D90229BACEF0}"/>
              </a:ext>
            </a:extLst>
          </p:cNvPr>
          <p:cNvSpPr>
            <a:spLocks noGrp="1"/>
          </p:cNvSpPr>
          <p:nvPr>
            <p:ph type="title"/>
          </p:nvPr>
        </p:nvSpPr>
        <p:spPr/>
        <p:txBody>
          <a:bodyPr/>
          <a:lstStyle/>
          <a:p>
            <a:r>
              <a:rPr lang="en-US" dirty="0"/>
              <a:t>5 SICKLE</a:t>
            </a:r>
            <a:endParaRPr lang="en-PH" dirty="0"/>
          </a:p>
        </p:txBody>
      </p:sp>
      <p:sp>
        <p:nvSpPr>
          <p:cNvPr id="3" name="Content Placeholder 2">
            <a:extLst>
              <a:ext uri="{FF2B5EF4-FFF2-40B4-BE49-F238E27FC236}">
                <a16:creationId xmlns:a16="http://schemas.microsoft.com/office/drawing/2014/main" id="{6EF9965D-EF05-738F-FDC3-FC239C8D7F5D}"/>
              </a:ext>
            </a:extLst>
          </p:cNvPr>
          <p:cNvSpPr>
            <a:spLocks noGrp="1"/>
          </p:cNvSpPr>
          <p:nvPr>
            <p:ph idx="1"/>
          </p:nvPr>
        </p:nvSpPr>
        <p:spPr>
          <a:xfrm>
            <a:off x="1531375" y="2783074"/>
            <a:ext cx="9601196" cy="3318936"/>
          </a:xfrm>
        </p:spPr>
        <p:txBody>
          <a:bodyPr/>
          <a:lstStyle/>
          <a:p>
            <a:r>
              <a:rPr lang="en-US" dirty="0"/>
              <a:t>A sickle is a handheld tool featuring a curved blade, typically made of metal, attached to a short handle. The design allows the user to cut through crops by swinging the blade in a sweeping motion. The inside of the curve is sharp, enabling efficient cutting of stems and grasses. This tool is particularly effective for harvesting cereal crops such as wheat and rice, as well as for cutting grass for hay. </a:t>
            </a:r>
            <a:endParaRPr lang="en-PH" dirty="0"/>
          </a:p>
        </p:txBody>
      </p:sp>
      <p:pic>
        <p:nvPicPr>
          <p:cNvPr id="4" name="Picture 3">
            <a:extLst>
              <a:ext uri="{FF2B5EF4-FFF2-40B4-BE49-F238E27FC236}">
                <a16:creationId xmlns:a16="http://schemas.microsoft.com/office/drawing/2014/main" id="{80B32096-BADB-BBBF-9524-36B43706E388}"/>
              </a:ext>
            </a:extLst>
          </p:cNvPr>
          <p:cNvPicPr>
            <a:picLocks noChangeAspect="1"/>
          </p:cNvPicPr>
          <p:nvPr/>
        </p:nvPicPr>
        <p:blipFill>
          <a:blip r:embed="rId2"/>
          <a:stretch>
            <a:fillRect/>
          </a:stretch>
        </p:blipFill>
        <p:spPr>
          <a:xfrm>
            <a:off x="5418340" y="4876800"/>
            <a:ext cx="5242285" cy="1140100"/>
          </a:xfrm>
          <a:prstGeom prst="rect">
            <a:avLst/>
          </a:prstGeom>
        </p:spPr>
      </p:pic>
    </p:spTree>
    <p:extLst>
      <p:ext uri="{BB962C8B-B14F-4D97-AF65-F5344CB8AC3E}">
        <p14:creationId xmlns:p14="http://schemas.microsoft.com/office/powerpoint/2010/main" val="17216480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5" presetClass="entr" presetSubtype="0" fill="hold" grpId="0"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fade">
                                      <p:cBhvr>
                                        <p:cTn id="25" dur="2000"/>
                                        <p:tgtEl>
                                          <p:spTgt spid="3">
                                            <p:txEl>
                                              <p:pRg st="0" end="0"/>
                                            </p:txEl>
                                          </p:spTgt>
                                        </p:tgtEl>
                                      </p:cBhvr>
                                    </p:animEffect>
                                    <p:anim calcmode="lin" valueType="num">
                                      <p:cBhvr>
                                        <p:cTn id="26" dur="2000" fill="hold"/>
                                        <p:tgtEl>
                                          <p:spTgt spid="3">
                                            <p:txEl>
                                              <p:pRg st="0" end="0"/>
                                            </p:txEl>
                                          </p:spTgt>
                                        </p:tgtEl>
                                        <p:attrNameLst>
                                          <p:attrName>ppt_w</p:attrName>
                                        </p:attrNameLst>
                                      </p:cBhvr>
                                      <p:tavLst>
                                        <p:tav tm="0" fmla="#ppt_w*sin(2.5*pi*$)">
                                          <p:val>
                                            <p:fltVal val="0"/>
                                          </p:val>
                                        </p:tav>
                                        <p:tav tm="100000">
                                          <p:val>
                                            <p:fltVal val="1"/>
                                          </p:val>
                                        </p:tav>
                                      </p:tavLst>
                                    </p:anim>
                                    <p:anim calcmode="lin" valueType="num">
                                      <p:cBhvr>
                                        <p:cTn id="27" dur="2000" fill="hold"/>
                                        <p:tgtEl>
                                          <p:spTgt spid="3">
                                            <p:txEl>
                                              <p:pRg st="0" end="0"/>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A2D4B-CDFF-DC66-58D9-76ADFED3AB97}"/>
              </a:ext>
            </a:extLst>
          </p:cNvPr>
          <p:cNvSpPr>
            <a:spLocks noGrp="1"/>
          </p:cNvSpPr>
          <p:nvPr>
            <p:ph type="title"/>
          </p:nvPr>
        </p:nvSpPr>
        <p:spPr>
          <a:xfrm>
            <a:off x="1895169" y="1798209"/>
            <a:ext cx="9601196" cy="3625375"/>
          </a:xfrm>
        </p:spPr>
        <p:txBody>
          <a:bodyPr>
            <a:normAutofit/>
          </a:bodyPr>
          <a:lstStyle/>
          <a:p>
            <a:r>
              <a:rPr lang="en-US" dirty="0"/>
              <a:t>Thank you for time to see my 5 curious agriculture tool</a:t>
            </a:r>
            <a:endParaRPr lang="en-PH" dirty="0"/>
          </a:p>
        </p:txBody>
      </p:sp>
      <p:sp>
        <p:nvSpPr>
          <p:cNvPr id="3" name="Content Placeholder 2">
            <a:extLst>
              <a:ext uri="{FF2B5EF4-FFF2-40B4-BE49-F238E27FC236}">
                <a16:creationId xmlns:a16="http://schemas.microsoft.com/office/drawing/2014/main" id="{A26BCBB3-3460-40E8-616A-C06FA314366E}"/>
              </a:ext>
            </a:extLst>
          </p:cNvPr>
          <p:cNvSpPr>
            <a:spLocks noGrp="1"/>
          </p:cNvSpPr>
          <p:nvPr>
            <p:ph idx="1"/>
          </p:nvPr>
        </p:nvSpPr>
        <p:spPr/>
        <p:txBody>
          <a:bodyPr/>
          <a:lstStyle/>
          <a:p>
            <a:endParaRPr lang="en-PH"/>
          </a:p>
        </p:txBody>
      </p:sp>
    </p:spTree>
    <p:extLst>
      <p:ext uri="{BB962C8B-B14F-4D97-AF65-F5344CB8AC3E}">
        <p14:creationId xmlns:p14="http://schemas.microsoft.com/office/powerpoint/2010/main" val="2169621987"/>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xit" presetSubtype="0" fill="hold" grpId="0" nodeType="clickEffect">
                                  <p:stCondLst>
                                    <p:cond delay="0"/>
                                  </p:stCondLst>
                                  <p:childTnLst>
                                    <p:animEffect transition="out" filter="fade">
                                      <p:cBhvr>
                                        <p:cTn id="6" dur="1000"/>
                                        <p:tgtEl>
                                          <p:spTgt spid="2"/>
                                        </p:tgtEl>
                                      </p:cBhvr>
                                    </p:animEffect>
                                    <p:anim calcmode="lin" valueType="num">
                                      <p:cBhvr>
                                        <p:cTn id="7" dur="1000"/>
                                        <p:tgtEl>
                                          <p:spTgt spid="2"/>
                                        </p:tgtEl>
                                        <p:attrNameLst>
                                          <p:attrName>ppt_x</p:attrName>
                                        </p:attrNameLst>
                                      </p:cBhvr>
                                      <p:tavLst>
                                        <p:tav tm="0">
                                          <p:val>
                                            <p:strVal val="ppt_x"/>
                                          </p:val>
                                        </p:tav>
                                        <p:tav tm="100000">
                                          <p:val>
                                            <p:strVal val="ppt_x"/>
                                          </p:val>
                                        </p:tav>
                                      </p:tavLst>
                                    </p:anim>
                                    <p:anim calcmode="lin" valueType="num">
                                      <p:cBhvr>
                                        <p:cTn id="8" dur="1000"/>
                                        <p:tgtEl>
                                          <p:spTgt spid="2"/>
                                        </p:tgtEl>
                                        <p:attrNameLst>
                                          <p:attrName>ppt_y</p:attrName>
                                        </p:attrNameLst>
                                      </p:cBhvr>
                                      <p:tavLst>
                                        <p:tav tm="0">
                                          <p:val>
                                            <p:strVal val="ppt_y"/>
                                          </p:val>
                                        </p:tav>
                                        <p:tav tm="100000">
                                          <p:val>
                                            <p:strVal val="ppt_y+.1"/>
                                          </p:val>
                                        </p:tav>
                                      </p:tavLst>
                                    </p:anim>
                                    <p:set>
                                      <p:cBhvr>
                                        <p:cTn id="9" dur="1" fill="hold">
                                          <p:stCondLst>
                                            <p:cond delay="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35</TotalTime>
  <Words>262</Words>
  <Application>Microsoft Office PowerPoint</Application>
  <PresentationFormat>Widescreen</PresentationFormat>
  <Paragraphs>13</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Garamond</vt:lpstr>
      <vt:lpstr>Wingdings</vt:lpstr>
      <vt:lpstr>Organic</vt:lpstr>
      <vt:lpstr>5 Tool’s That I’m Interest In </vt:lpstr>
      <vt:lpstr>1  TROWEL</vt:lpstr>
      <vt:lpstr>2 RAKE</vt:lpstr>
      <vt:lpstr>3 HOE </vt:lpstr>
      <vt:lpstr>4 GARDEN FORK</vt:lpstr>
      <vt:lpstr>5 SICKLE</vt:lpstr>
      <vt:lpstr>Thank you for time to see my 5 curious agriculture tool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PRINCE MARCUS G. PATTON</dc:creator>
  <cp:lastModifiedBy>stanley garcia</cp:lastModifiedBy>
  <cp:revision>1</cp:revision>
  <dcterms:created xsi:type="dcterms:W3CDTF">2025-10-14T09:00:26Z</dcterms:created>
  <dcterms:modified xsi:type="dcterms:W3CDTF">2025-10-14T09:36:23Z</dcterms:modified>
</cp:coreProperties>
</file>